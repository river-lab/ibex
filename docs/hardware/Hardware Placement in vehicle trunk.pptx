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5BBF-9264-2502-0B5A-85A3B66A2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D6E37-9339-A276-EC5D-EEDC7DE33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2DE95-425D-B776-3010-FC9730586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3D844-28ED-481C-BBA6-BE36C28E9A81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653B3-6619-75A3-5D32-79B6B9E2E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E5D87-7790-953A-EB85-1C3CC91C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5AFEC-37FE-42D7-9784-4DC787430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4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0067E-2D56-7964-75E0-50A72C48D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42E11-1C42-3EBC-4230-723B00B19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0180D-A0DC-DC5E-5444-BE20E5034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3D844-28ED-481C-BBA6-BE36C28E9A81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6601B-49EF-0E73-AD89-D0934482E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0704A-46BD-FB57-8725-A088405B5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5AFEC-37FE-42D7-9784-4DC787430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53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DC7D6-A65A-A2B6-45DB-2FE124089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051A4-9C6B-33CE-EE3E-30274E9AE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8970C-9746-8F99-9623-56F588BD1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3D844-28ED-481C-BBA6-BE36C28E9A81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EC9BF-FD26-ED30-99A9-727AA6F1E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B9726-81C9-49BC-16BB-3A2027590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5AFEC-37FE-42D7-9784-4DC787430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33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2265F-4C23-2A8F-7F4D-520BD1910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F74C8-1766-F796-2E04-A2A24E0E7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8B4AD-6E4A-644C-107E-28CA0887C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B628A-8905-243E-19D9-BB6E6698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3D844-28ED-481C-BBA6-BE36C28E9A81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3281F-DCEA-7929-B475-5B109B5D4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16A6E-B978-D754-8777-3250BC6D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5AFEC-37FE-42D7-9784-4DC787430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4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EDD5E-71BC-B488-EB69-05E28D4EB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16965-023E-BAF3-D790-7F8D306A6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49014-895D-D4BC-6F32-F6933DA56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DEEE04-DAAD-6D6C-B101-4F2A3D1D48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79895E-EF92-D403-8850-403061A305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2799F9-7433-F981-B9E2-B4DCF4953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3D844-28ED-481C-BBA6-BE36C28E9A81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F1D3E-626E-CD27-8724-38674DB74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198E4-AB97-AF91-92D9-5AE974C22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5AFEC-37FE-42D7-9784-4DC787430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85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C913A-E542-97A0-DD10-F467EA5CB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F2C818-73F0-AFA1-5886-C93FA1071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3D844-28ED-481C-BBA6-BE36C28E9A81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280D2-1616-F86E-6F9E-01F5963B1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C0C66-90C9-DA1F-B8F6-BC814D6CD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5AFEC-37FE-42D7-9784-4DC787430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9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5F4B50-A111-E18F-FF25-4EB070837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3D844-28ED-481C-BBA6-BE36C28E9A81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5385C5-40D0-66F3-92C8-8B26157C9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8108A-43BB-41EE-D817-ED94B80BE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5AFEC-37FE-42D7-9784-4DC787430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5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75E81-6A71-E871-153A-CDEBDEA23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91384-A42F-69EB-4690-F9A897ABE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5ED837-AF25-C95E-BCB1-4CD187BE8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709C3-B0C5-0ADD-2BDA-3BE99B29E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3D844-28ED-481C-BBA6-BE36C28E9A81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DDF9D-0B64-1DD8-DB94-3CEAFAEAD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ABB8C-9822-9E18-65CF-2FEAE0589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5AFEC-37FE-42D7-9784-4DC787430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87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433A6-08A2-C718-0FBE-DE5C7CFBB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53460D-C23E-A1F5-6393-D2D5B17D2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B56C4-37F3-54FA-75B8-EDB5230A2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D4346-A4ED-EB26-C869-88CB2B51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3D844-28ED-481C-BBA6-BE36C28E9A81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EABC7-1BC5-8179-7387-0BA42E3E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BAF09-9C24-D16A-690C-F5ECFB1D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5AFEC-37FE-42D7-9784-4DC787430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5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F23F2-7F16-4D9E-B7AC-EDDF02171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23105-C729-6D4A-E566-B61ABD28C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9F1C-01BB-ED67-9029-18491AB8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3D844-28ED-481C-BBA6-BE36C28E9A81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30251-ADBF-DABF-B26E-8984CCF0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5DCAD-B970-CEAF-AD06-D92F0D854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5AFEC-37FE-42D7-9784-4DC787430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19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6396F3-0383-3BE7-7E9A-C884D20F4C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0BA0C-DD92-A9D9-7B16-6142F8346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2699-CAA8-9EDE-AEC2-7F0D1E303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3D844-28ED-481C-BBA6-BE36C28E9A81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440E6-0583-EE2B-9EF5-9C3F7A2B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F738F-6AB6-6C37-65CB-72B9BD96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5AFEC-37FE-42D7-9784-4DC787430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101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ACFCA6-45D1-A75F-4B23-ABCA59DB5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F9586-94D7-BD80-5C20-1BA9DA88A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83D7D-0DA0-BDAE-8302-2F3BFEED61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E3D844-28ED-481C-BBA6-BE36C28E9A81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FD504-E913-7FFB-8C27-A3157188E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77125-6231-1AE3-61DF-0D6220C36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5AFEC-37FE-42D7-9784-4DC787430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3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7E1E-0334-B9F0-204D-AF31F5B040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7FC52-5AF4-3301-5CCB-416C48820C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50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8381EB-4E09-A86F-212E-B78BAB068C26}"/>
              </a:ext>
            </a:extLst>
          </p:cNvPr>
          <p:cNvSpPr/>
          <p:nvPr/>
        </p:nvSpPr>
        <p:spPr>
          <a:xfrm>
            <a:off x="1794663" y="1423951"/>
            <a:ext cx="8249778" cy="41063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096C6-51A9-3309-641F-EEB6E7307ED8}"/>
              </a:ext>
            </a:extLst>
          </p:cNvPr>
          <p:cNvSpPr txBox="1"/>
          <p:nvPr/>
        </p:nvSpPr>
        <p:spPr>
          <a:xfrm>
            <a:off x="5831347" y="5790295"/>
            <a:ext cx="918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44 inches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99D765D-C210-7B35-6380-6AF817D39F58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6749759" y="6113461"/>
            <a:ext cx="33924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E547B7-EC0F-7F5A-41D6-8B3D14FC148E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1849741" y="6113461"/>
            <a:ext cx="39816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AB99E22-E914-F3AE-0754-8C261789B303}"/>
              </a:ext>
            </a:extLst>
          </p:cNvPr>
          <p:cNvSpPr txBox="1"/>
          <p:nvPr/>
        </p:nvSpPr>
        <p:spPr>
          <a:xfrm>
            <a:off x="559375" y="2937367"/>
            <a:ext cx="918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34 inches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3D304E-6D08-FB0A-1B22-BDE2C7956EE5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1018581" y="1451872"/>
            <a:ext cx="0" cy="1485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5D195F-C4FA-0780-8DB2-CDA0E0FDD49C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1018581" y="3583698"/>
            <a:ext cx="19643" cy="1828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F7D8192-E501-6E8C-D81D-C96A73B6FEE4}"/>
              </a:ext>
            </a:extLst>
          </p:cNvPr>
          <p:cNvGrpSpPr/>
          <p:nvPr/>
        </p:nvGrpSpPr>
        <p:grpSpPr>
          <a:xfrm>
            <a:off x="1936993" y="1542502"/>
            <a:ext cx="1975500" cy="3232971"/>
            <a:chOff x="1936993" y="1542502"/>
            <a:chExt cx="1975500" cy="3232971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A74BFAA3-1B15-A2E7-9D93-73BAEE7ED8E6}"/>
                </a:ext>
              </a:extLst>
            </p:cNvPr>
            <p:cNvGrpSpPr/>
            <p:nvPr/>
          </p:nvGrpSpPr>
          <p:grpSpPr>
            <a:xfrm>
              <a:off x="1980544" y="4344586"/>
              <a:ext cx="1931949" cy="430887"/>
              <a:chOff x="1980544" y="4344586"/>
              <a:chExt cx="1931949" cy="430887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7C948F6-F274-C52C-109E-4512AFF9AC52}"/>
                  </a:ext>
                </a:extLst>
              </p:cNvPr>
              <p:cNvSpPr txBox="1"/>
              <p:nvPr/>
            </p:nvSpPr>
            <p:spPr>
              <a:xfrm>
                <a:off x="2631518" y="4344586"/>
                <a:ext cx="60727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11.2</a:t>
                </a:r>
              </a:p>
              <a:p>
                <a:pPr algn="ctr"/>
                <a:r>
                  <a:rPr lang="en-US" sz="1100" dirty="0"/>
                  <a:t>inches</a:t>
                </a: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53FAB4C6-A668-B013-C6A3-617838B881E7}"/>
                  </a:ext>
                </a:extLst>
              </p:cNvPr>
              <p:cNvCxnSpPr>
                <a:cxnSpLocks/>
                <a:stCxn id="33" idx="3"/>
              </p:cNvCxnSpPr>
              <p:nvPr/>
            </p:nvCxnSpPr>
            <p:spPr>
              <a:xfrm>
                <a:off x="3238791" y="4560030"/>
                <a:ext cx="673702" cy="49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F54B6E59-896D-907E-2AB4-85B0A2AFC9EF}"/>
                  </a:ext>
                </a:extLst>
              </p:cNvPr>
              <p:cNvCxnSpPr>
                <a:cxnSpLocks/>
                <a:stCxn id="33" idx="1"/>
              </p:cNvCxnSpPr>
              <p:nvPr/>
            </p:nvCxnSpPr>
            <p:spPr>
              <a:xfrm flipH="1" flipV="1">
                <a:off x="1980544" y="4560029"/>
                <a:ext cx="650974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BED130E-CC98-FDC0-2F3F-ADD2FDB68537}"/>
                </a:ext>
              </a:extLst>
            </p:cNvPr>
            <p:cNvGrpSpPr/>
            <p:nvPr/>
          </p:nvGrpSpPr>
          <p:grpSpPr>
            <a:xfrm>
              <a:off x="1936993" y="1542502"/>
              <a:ext cx="1946699" cy="2785194"/>
              <a:chOff x="1936993" y="1542502"/>
              <a:chExt cx="1946699" cy="2785194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1FC63FC-495B-F138-6BF3-5BC12562559F}"/>
                  </a:ext>
                </a:extLst>
              </p:cNvPr>
              <p:cNvSpPr/>
              <p:nvPr/>
            </p:nvSpPr>
            <p:spPr>
              <a:xfrm>
                <a:off x="1936993" y="1542502"/>
                <a:ext cx="1946699" cy="2785194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2BE57F70-AEC4-C96D-0D19-2AF628F1A8E4}"/>
                  </a:ext>
                </a:extLst>
              </p:cNvPr>
              <p:cNvGrpSpPr/>
              <p:nvPr/>
            </p:nvGrpSpPr>
            <p:grpSpPr>
              <a:xfrm>
                <a:off x="3188047" y="1542502"/>
                <a:ext cx="607273" cy="2785194"/>
                <a:chOff x="3188047" y="1542502"/>
                <a:chExt cx="607273" cy="2785194"/>
              </a:xfrm>
            </p:grpSpPr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B7C13D4-9C64-C355-AC85-507135F2044A}"/>
                    </a:ext>
                  </a:extLst>
                </p:cNvPr>
                <p:cNvSpPr txBox="1"/>
                <p:nvPr/>
              </p:nvSpPr>
              <p:spPr>
                <a:xfrm>
                  <a:off x="3188047" y="2719655"/>
                  <a:ext cx="607273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20</a:t>
                  </a:r>
                </a:p>
                <a:p>
                  <a:pPr algn="ctr"/>
                  <a:r>
                    <a:rPr lang="en-US" sz="1100" dirty="0"/>
                    <a:t>inches</a:t>
                  </a:r>
                </a:p>
              </p:txBody>
            </p: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83C714C0-C124-885D-7A07-E3D9DB8530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97056" y="1542502"/>
                  <a:ext cx="0" cy="115183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4E7F3B4C-08E6-D191-124A-7873296D21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91683" y="3150542"/>
                  <a:ext cx="0" cy="117715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FD64C96-4A8D-0125-C784-0201E4A35BF2}"/>
                  </a:ext>
                </a:extLst>
              </p:cNvPr>
              <p:cNvSpPr txBox="1"/>
              <p:nvPr/>
            </p:nvSpPr>
            <p:spPr>
              <a:xfrm>
                <a:off x="2095732" y="1758794"/>
                <a:ext cx="12111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Battery</a:t>
                </a:r>
              </a:p>
            </p:txBody>
          </p:sp>
        </p:grpSp>
      </p:grp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345A61D-4D0A-CB72-BF9F-385CA26D038E}"/>
              </a:ext>
            </a:extLst>
          </p:cNvPr>
          <p:cNvCxnSpPr>
            <a:cxnSpLocks/>
          </p:cNvCxnSpPr>
          <p:nvPr/>
        </p:nvCxnSpPr>
        <p:spPr>
          <a:xfrm>
            <a:off x="4236953" y="1423951"/>
            <a:ext cx="36185" cy="4106340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082C37-B16E-792E-5DB3-D36D5C41A8C5}"/>
              </a:ext>
            </a:extLst>
          </p:cNvPr>
          <p:cNvCxnSpPr>
            <a:cxnSpLocks/>
          </p:cNvCxnSpPr>
          <p:nvPr/>
        </p:nvCxnSpPr>
        <p:spPr>
          <a:xfrm>
            <a:off x="7845692" y="1423951"/>
            <a:ext cx="0" cy="4106340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C7DFAA1-4E89-DCC3-6B80-50D97C7AAE27}"/>
              </a:ext>
            </a:extLst>
          </p:cNvPr>
          <p:cNvGrpSpPr/>
          <p:nvPr/>
        </p:nvGrpSpPr>
        <p:grpSpPr>
          <a:xfrm>
            <a:off x="5118378" y="1683778"/>
            <a:ext cx="2507438" cy="1784122"/>
            <a:chOff x="5118378" y="1683778"/>
            <a:chExt cx="2507438" cy="1784122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07015AE-70DC-1F5C-1401-7B5660711F75}"/>
                </a:ext>
              </a:extLst>
            </p:cNvPr>
            <p:cNvGrpSpPr/>
            <p:nvPr/>
          </p:nvGrpSpPr>
          <p:grpSpPr>
            <a:xfrm>
              <a:off x="5118378" y="3206290"/>
              <a:ext cx="1882074" cy="261610"/>
              <a:chOff x="5118378" y="3206290"/>
              <a:chExt cx="1882074" cy="261610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3552D01-B0F2-80FF-6765-7C8E49F7C539}"/>
                  </a:ext>
                </a:extLst>
              </p:cNvPr>
              <p:cNvSpPr txBox="1"/>
              <p:nvPr/>
            </p:nvSpPr>
            <p:spPr>
              <a:xfrm>
                <a:off x="5646944" y="3206290"/>
                <a:ext cx="90393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11 inches</a:t>
                </a:r>
              </a:p>
            </p:txBody>
          </p: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98D9152C-F325-FA15-1F0D-124D01B9A5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50874" y="3337095"/>
                <a:ext cx="44957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C31BE112-0B76-A9C5-42C3-2B64F11ADE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18378" y="3337095"/>
                <a:ext cx="52856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1B3EEC6-B0AF-2301-FF82-4D2AD6CBF4A7}"/>
                </a:ext>
              </a:extLst>
            </p:cNvPr>
            <p:cNvGrpSpPr/>
            <p:nvPr/>
          </p:nvGrpSpPr>
          <p:grpSpPr>
            <a:xfrm>
              <a:off x="7000452" y="1683778"/>
              <a:ext cx="625364" cy="1466764"/>
              <a:chOff x="7000452" y="1683778"/>
              <a:chExt cx="625364" cy="1466764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6DB9DB5-72BB-8154-CB1A-149DBD5E188E}"/>
                  </a:ext>
                </a:extLst>
              </p:cNvPr>
              <p:cNvSpPr txBox="1"/>
              <p:nvPr/>
            </p:nvSpPr>
            <p:spPr>
              <a:xfrm>
                <a:off x="7000452" y="2165080"/>
                <a:ext cx="62536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13 inches</a:t>
                </a:r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41FA2720-97E1-09AB-AF73-EDEC0CF1A8E7}"/>
                  </a:ext>
                </a:extLst>
              </p:cNvPr>
              <p:cNvCxnSpPr>
                <a:cxnSpLocks/>
                <a:stCxn id="68" idx="2"/>
              </p:cNvCxnSpPr>
              <p:nvPr/>
            </p:nvCxnSpPr>
            <p:spPr>
              <a:xfrm>
                <a:off x="7313134" y="2595967"/>
                <a:ext cx="0" cy="5545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0E945493-2615-C52D-8778-2A640CDCF05D}"/>
                  </a:ext>
                </a:extLst>
              </p:cNvPr>
              <p:cNvCxnSpPr>
                <a:cxnSpLocks/>
                <a:stCxn id="68" idx="0"/>
              </p:cNvCxnSpPr>
              <p:nvPr/>
            </p:nvCxnSpPr>
            <p:spPr>
              <a:xfrm flipV="1">
                <a:off x="7313134" y="1683778"/>
                <a:ext cx="0" cy="4813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0C3DE256-F86D-6CA4-65B7-7A439C56B2AB}"/>
                </a:ext>
              </a:extLst>
            </p:cNvPr>
            <p:cNvGrpSpPr/>
            <p:nvPr/>
          </p:nvGrpSpPr>
          <p:grpSpPr>
            <a:xfrm>
              <a:off x="5148384" y="1683778"/>
              <a:ext cx="1806575" cy="1451983"/>
              <a:chOff x="5148384" y="1683778"/>
              <a:chExt cx="1806575" cy="145198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93141E6-468B-D125-01C3-4D27D154DCF7}"/>
                  </a:ext>
                </a:extLst>
              </p:cNvPr>
              <p:cNvSpPr/>
              <p:nvPr/>
            </p:nvSpPr>
            <p:spPr>
              <a:xfrm>
                <a:off x="5148384" y="1683778"/>
                <a:ext cx="1806575" cy="1451983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B9548B-5902-E3B7-2E6C-455DFD28358D}"/>
                  </a:ext>
                </a:extLst>
              </p:cNvPr>
              <p:cNvSpPr txBox="1"/>
              <p:nvPr/>
            </p:nvSpPr>
            <p:spPr>
              <a:xfrm>
                <a:off x="5530085" y="1739763"/>
                <a:ext cx="960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Kairos</a:t>
                </a: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381892B-3455-1970-193D-90D5E8E2427E}"/>
              </a:ext>
            </a:extLst>
          </p:cNvPr>
          <p:cNvGrpSpPr/>
          <p:nvPr/>
        </p:nvGrpSpPr>
        <p:grpSpPr>
          <a:xfrm>
            <a:off x="8020075" y="1584603"/>
            <a:ext cx="1882074" cy="1844397"/>
            <a:chOff x="8020075" y="1584603"/>
            <a:chExt cx="1882074" cy="184439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66E55C1-A552-8CFD-7B18-B4B7EC43F097}"/>
                </a:ext>
              </a:extLst>
            </p:cNvPr>
            <p:cNvGrpSpPr/>
            <p:nvPr/>
          </p:nvGrpSpPr>
          <p:grpSpPr>
            <a:xfrm>
              <a:off x="8020075" y="3167390"/>
              <a:ext cx="1882074" cy="261610"/>
              <a:chOff x="8020075" y="3167390"/>
              <a:chExt cx="1882074" cy="26161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92E95C-6CE5-88A2-5D80-04257495B13B}"/>
                  </a:ext>
                </a:extLst>
              </p:cNvPr>
              <p:cNvSpPr txBox="1"/>
              <p:nvPr/>
            </p:nvSpPr>
            <p:spPr>
              <a:xfrm>
                <a:off x="8548641" y="3167390"/>
                <a:ext cx="90393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14 inches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81FAFEA2-E524-E978-E439-881CF432BB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52571" y="3298195"/>
                <a:ext cx="44957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5B3C364-4A5A-51F9-02CB-C0CB8D3077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20075" y="3298195"/>
                <a:ext cx="52856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5280F51-1D61-5EC2-9406-83F081DCE8FE}"/>
                </a:ext>
              </a:extLst>
            </p:cNvPr>
            <p:cNvGrpSpPr/>
            <p:nvPr/>
          </p:nvGrpSpPr>
          <p:grpSpPr>
            <a:xfrm>
              <a:off x="8024248" y="1584603"/>
              <a:ext cx="1836581" cy="1451983"/>
              <a:chOff x="8024248" y="1584603"/>
              <a:chExt cx="1836581" cy="1451983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E32008F-3596-EF46-EFA7-DE58D8055899}"/>
                  </a:ext>
                </a:extLst>
              </p:cNvPr>
              <p:cNvSpPr/>
              <p:nvPr/>
            </p:nvSpPr>
            <p:spPr>
              <a:xfrm>
                <a:off x="8024248" y="1584603"/>
                <a:ext cx="1836581" cy="1451983"/>
              </a:xfrm>
              <a:prstGeom prst="rect">
                <a:avLst/>
              </a:prstGeom>
              <a:solidFill>
                <a:schemeClr val="accent5"/>
              </a:solidFill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44ADD419-8195-7ABF-D02C-6C70A29AD7B4}"/>
                  </a:ext>
                </a:extLst>
              </p:cNvPr>
              <p:cNvGrpSpPr/>
              <p:nvPr/>
            </p:nvGrpSpPr>
            <p:grpSpPr>
              <a:xfrm>
                <a:off x="9230920" y="1586222"/>
                <a:ext cx="625363" cy="1351145"/>
                <a:chOff x="9230920" y="1586222"/>
                <a:chExt cx="625363" cy="1351145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B9BEC9C-2E7D-F8C1-46BE-21355A36B638}"/>
                    </a:ext>
                  </a:extLst>
                </p:cNvPr>
                <p:cNvSpPr txBox="1"/>
                <p:nvPr/>
              </p:nvSpPr>
              <p:spPr>
                <a:xfrm>
                  <a:off x="9230920" y="2067524"/>
                  <a:ext cx="625363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/>
                    <a:t>17 inches</a:t>
                  </a:r>
                </a:p>
              </p:txBody>
            </p: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82187CB7-7295-09CC-4F68-3A9170098D4D}"/>
                    </a:ext>
                  </a:extLst>
                </p:cNvPr>
                <p:cNvCxnSpPr>
                  <a:cxnSpLocks/>
                  <a:stCxn id="11" idx="2"/>
                </p:cNvCxnSpPr>
                <p:nvPr/>
              </p:nvCxnSpPr>
              <p:spPr>
                <a:xfrm>
                  <a:off x="9543602" y="2498411"/>
                  <a:ext cx="0" cy="4389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14A7D180-D1B1-7EAB-0F6F-4BB89F6B8158}"/>
                    </a:ext>
                  </a:extLst>
                </p:cNvPr>
                <p:cNvCxnSpPr>
                  <a:cxnSpLocks/>
                  <a:stCxn id="11" idx="0"/>
                </p:cNvCxnSpPr>
                <p:nvPr/>
              </p:nvCxnSpPr>
              <p:spPr>
                <a:xfrm flipV="1">
                  <a:off x="9543602" y="1586222"/>
                  <a:ext cx="0" cy="48130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E993EB-3DDC-CD63-3092-A96C27B3395C}"/>
                  </a:ext>
                </a:extLst>
              </p:cNvPr>
              <p:cNvSpPr txBox="1"/>
              <p:nvPr/>
            </p:nvSpPr>
            <p:spPr>
              <a:xfrm>
                <a:off x="8065570" y="1700863"/>
                <a:ext cx="132677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Hyperdrive Computer</a:t>
                </a: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604C119-531A-9ECF-E345-429CB33F2A8E}"/>
              </a:ext>
            </a:extLst>
          </p:cNvPr>
          <p:cNvGrpSpPr/>
          <p:nvPr/>
        </p:nvGrpSpPr>
        <p:grpSpPr>
          <a:xfrm>
            <a:off x="8117361" y="3559804"/>
            <a:ext cx="1932863" cy="1153546"/>
            <a:chOff x="8218437" y="3531028"/>
            <a:chExt cx="1932863" cy="1153546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BA5E271-A54E-2B7A-7671-4B4DD9D32B01}"/>
                </a:ext>
              </a:extLst>
            </p:cNvPr>
            <p:cNvGrpSpPr/>
            <p:nvPr/>
          </p:nvGrpSpPr>
          <p:grpSpPr>
            <a:xfrm>
              <a:off x="8218437" y="4422964"/>
              <a:ext cx="1496290" cy="261610"/>
              <a:chOff x="8243455" y="5124216"/>
              <a:chExt cx="1496290" cy="261610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0C1CB9D-8CF8-D3D3-6AFD-78BC75951C57}"/>
                  </a:ext>
                </a:extLst>
              </p:cNvPr>
              <p:cNvSpPr txBox="1"/>
              <p:nvPr/>
            </p:nvSpPr>
            <p:spPr>
              <a:xfrm>
                <a:off x="8552815" y="5124216"/>
                <a:ext cx="90393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9 inches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CC7C6602-C1D1-F93D-DD6D-29BFAF59BC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56745" y="5255021"/>
                <a:ext cx="283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0BAFB661-B637-5C71-4B39-E00D2CE941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43455" y="5255021"/>
                <a:ext cx="30936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AF5DCEB-3D43-E0F7-36D1-E31C9FD4EACD}"/>
                </a:ext>
              </a:extLst>
            </p:cNvPr>
            <p:cNvGrpSpPr/>
            <p:nvPr/>
          </p:nvGrpSpPr>
          <p:grpSpPr>
            <a:xfrm>
              <a:off x="9469764" y="3551077"/>
              <a:ext cx="681536" cy="871887"/>
              <a:chOff x="9469764" y="3551077"/>
              <a:chExt cx="681536" cy="871887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A58F0A-13BD-60E6-CCFE-20BB8A534BF2}"/>
                  </a:ext>
                </a:extLst>
              </p:cNvPr>
              <p:cNvSpPr txBox="1"/>
              <p:nvPr/>
            </p:nvSpPr>
            <p:spPr>
              <a:xfrm>
                <a:off x="9469764" y="3749172"/>
                <a:ext cx="68153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/>
                  <a:t>10 inches</a:t>
                </a: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BB334FDF-8870-4CD1-CB32-A20DC0B1E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10532" y="4180059"/>
                <a:ext cx="0" cy="24290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D4566DA8-176E-FC97-9B02-DB3B5DE7BA71}"/>
                  </a:ext>
                </a:extLst>
              </p:cNvPr>
              <p:cNvCxnSpPr>
                <a:cxnSpLocks/>
                <a:stCxn id="23" idx="0"/>
              </p:cNvCxnSpPr>
              <p:nvPr/>
            </p:nvCxnSpPr>
            <p:spPr>
              <a:xfrm flipV="1">
                <a:off x="9810532" y="3551077"/>
                <a:ext cx="0" cy="19809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095E943-943D-CE92-E558-4C59554C2E6F}"/>
                </a:ext>
              </a:extLst>
            </p:cNvPr>
            <p:cNvGrpSpPr/>
            <p:nvPr/>
          </p:nvGrpSpPr>
          <p:grpSpPr>
            <a:xfrm>
              <a:off x="8301106" y="3531028"/>
              <a:ext cx="1330952" cy="912188"/>
              <a:chOff x="8301106" y="3531028"/>
              <a:chExt cx="1330952" cy="91218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76C58FA-6852-8DD6-D2EC-4989C09FDB27}"/>
                  </a:ext>
                </a:extLst>
              </p:cNvPr>
              <p:cNvSpPr/>
              <p:nvPr/>
            </p:nvSpPr>
            <p:spPr>
              <a:xfrm>
                <a:off x="8378250" y="3531028"/>
                <a:ext cx="1176664" cy="912188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7F8E84B-FD1A-A32A-E9CB-897A58CFB0DD}"/>
                  </a:ext>
                </a:extLst>
              </p:cNvPr>
              <p:cNvSpPr txBox="1"/>
              <p:nvPr/>
            </p:nvSpPr>
            <p:spPr>
              <a:xfrm>
                <a:off x="8301106" y="3559786"/>
                <a:ext cx="13309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Hyperdrive</a:t>
                </a:r>
              </a:p>
              <a:p>
                <a:pPr algn="ctr"/>
                <a:r>
                  <a:rPr lang="en-US" sz="1400" dirty="0"/>
                  <a:t>Router</a:t>
                </a:r>
              </a:p>
            </p:txBody>
          </p:sp>
        </p:grp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927520A1-4343-7199-26AD-6D792D31414F}"/>
              </a:ext>
            </a:extLst>
          </p:cNvPr>
          <p:cNvSpPr txBox="1"/>
          <p:nvPr/>
        </p:nvSpPr>
        <p:spPr>
          <a:xfrm>
            <a:off x="4627418" y="762000"/>
            <a:ext cx="299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Kairos Back Seat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28E967-B8F7-A76A-AF8A-73451BD07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208" y="3467900"/>
            <a:ext cx="3432004" cy="205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76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18287-6506-A89A-7AE7-B38FF0F1B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8A88CDA-BA9A-8517-1617-D5A1EBAD8629}"/>
              </a:ext>
            </a:extLst>
          </p:cNvPr>
          <p:cNvGrpSpPr/>
          <p:nvPr/>
        </p:nvGrpSpPr>
        <p:grpSpPr>
          <a:xfrm>
            <a:off x="559375" y="762000"/>
            <a:ext cx="9582787" cy="5674626"/>
            <a:chOff x="559375" y="762000"/>
            <a:chExt cx="9582787" cy="567462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F1C23E3-6264-9396-0695-00B86DCA87A4}"/>
                </a:ext>
              </a:extLst>
            </p:cNvPr>
            <p:cNvSpPr/>
            <p:nvPr/>
          </p:nvSpPr>
          <p:spPr>
            <a:xfrm>
              <a:off x="1794663" y="1423951"/>
              <a:ext cx="8249778" cy="41063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7898A4A-55D5-C69D-5DB2-9A2E8F12FA43}"/>
                </a:ext>
              </a:extLst>
            </p:cNvPr>
            <p:cNvSpPr txBox="1"/>
            <p:nvPr/>
          </p:nvSpPr>
          <p:spPr>
            <a:xfrm>
              <a:off x="5831347" y="5790295"/>
              <a:ext cx="9184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25.25 inches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0A93655-0E61-7417-4EF0-0A68499EA396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6749759" y="6113461"/>
              <a:ext cx="33924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E0A38A7-786A-850C-4104-4BA39DDF0B3F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>
              <a:off x="1849741" y="6113461"/>
              <a:ext cx="39816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D720F25-9CCA-68BF-5574-9D4F00391111}"/>
                </a:ext>
              </a:extLst>
            </p:cNvPr>
            <p:cNvSpPr txBox="1"/>
            <p:nvPr/>
          </p:nvSpPr>
          <p:spPr>
            <a:xfrm>
              <a:off x="559375" y="2937367"/>
              <a:ext cx="91841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 </a:t>
              </a:r>
              <a:r>
                <a:rPr lang="en-US" sz="1600" dirty="0"/>
                <a:t>22.0625 inches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6E4D138-E727-43F5-24DB-A758F0C9BD4A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1018581" y="1451872"/>
              <a:ext cx="0" cy="14854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181BD02-F087-A8CA-3D59-84868DDC63E2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1018581" y="3799141"/>
              <a:ext cx="19643" cy="16134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C87F5A0-BD19-3304-3620-93C8FB3BE784}"/>
                </a:ext>
              </a:extLst>
            </p:cNvPr>
            <p:cNvSpPr txBox="1"/>
            <p:nvPr/>
          </p:nvSpPr>
          <p:spPr>
            <a:xfrm>
              <a:off x="4627418" y="762000"/>
              <a:ext cx="29983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Buck Converter Weather Proof Box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E24AC6-6C5D-A47C-CEA9-E2CC5C4CB933}"/>
                </a:ext>
              </a:extLst>
            </p:cNvPr>
            <p:cNvSpPr/>
            <p:nvPr/>
          </p:nvSpPr>
          <p:spPr>
            <a:xfrm>
              <a:off x="1936993" y="1554124"/>
              <a:ext cx="7975934" cy="3818560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E9E9EF9-4A67-7044-0B7B-C1D44229DE0A}"/>
                </a:ext>
              </a:extLst>
            </p:cNvPr>
            <p:cNvSpPr txBox="1"/>
            <p:nvPr/>
          </p:nvSpPr>
          <p:spPr>
            <a:xfrm>
              <a:off x="5831347" y="4655824"/>
              <a:ext cx="9184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23.875 inches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1C15CEF-C6A7-9147-4E6B-98A9307E193F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6749759" y="4978990"/>
              <a:ext cx="31395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86221B8-85B3-08BE-5C6A-F8012084C14E}"/>
                </a:ext>
              </a:extLst>
            </p:cNvPr>
            <p:cNvCxnSpPr>
              <a:cxnSpLocks/>
              <a:stCxn id="29" idx="1"/>
            </p:cNvCxnSpPr>
            <p:nvPr/>
          </p:nvCxnSpPr>
          <p:spPr>
            <a:xfrm flipH="1">
              <a:off x="2093523" y="4978990"/>
              <a:ext cx="37378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4E670D9-AAA0-0511-0D19-566857852E6E}"/>
                </a:ext>
              </a:extLst>
            </p:cNvPr>
            <p:cNvSpPr txBox="1"/>
            <p:nvPr/>
          </p:nvSpPr>
          <p:spPr>
            <a:xfrm>
              <a:off x="1827691" y="3058632"/>
              <a:ext cx="91841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 </a:t>
              </a:r>
              <a:r>
                <a:rPr lang="en-US" sz="1600" dirty="0"/>
                <a:t>19.875 inches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FAED050-4E42-762E-4B7A-86371041691C}"/>
                </a:ext>
              </a:extLst>
            </p:cNvPr>
            <p:cNvCxnSpPr>
              <a:cxnSpLocks/>
              <a:stCxn id="42" idx="0"/>
            </p:cNvCxnSpPr>
            <p:nvPr/>
          </p:nvCxnSpPr>
          <p:spPr>
            <a:xfrm flipV="1">
              <a:off x="2286897" y="1573137"/>
              <a:ext cx="0" cy="14854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821E700-3CB3-927B-1C64-ADFA7E6F72D4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 flipH="1">
              <a:off x="2279073" y="3674185"/>
              <a:ext cx="7824" cy="16427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C2379DB-A5DC-0BC4-7B3A-48F579321404}"/>
                </a:ext>
              </a:extLst>
            </p:cNvPr>
            <p:cNvGrpSpPr/>
            <p:nvPr/>
          </p:nvGrpSpPr>
          <p:grpSpPr>
            <a:xfrm>
              <a:off x="2713347" y="1639251"/>
              <a:ext cx="1337636" cy="1561148"/>
              <a:chOff x="2713347" y="1639251"/>
              <a:chExt cx="1977145" cy="2811978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3377FAC-D69B-3636-396E-0D00283EB282}"/>
                  </a:ext>
                </a:extLst>
              </p:cNvPr>
              <p:cNvSpPr/>
              <p:nvPr/>
            </p:nvSpPr>
            <p:spPr>
              <a:xfrm>
                <a:off x="2713347" y="1639251"/>
                <a:ext cx="1946699" cy="2785194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0BC28CE-B220-85CF-537D-4A94D350D9EC}"/>
                  </a:ext>
                </a:extLst>
              </p:cNvPr>
              <p:cNvSpPr txBox="1"/>
              <p:nvPr/>
            </p:nvSpPr>
            <p:spPr>
              <a:xfrm>
                <a:off x="3783161" y="2772944"/>
                <a:ext cx="877034" cy="609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/>
                  <a:t>5.3</a:t>
                </a:r>
              </a:p>
              <a:p>
                <a:pPr algn="ctr"/>
                <a:r>
                  <a:rPr lang="en-US" sz="800" dirty="0"/>
                  <a:t>inches</a:t>
                </a:r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55856E2B-599E-B167-C00D-D657036713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27052" y="1666035"/>
                <a:ext cx="0" cy="11518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FBD2046D-E3B2-A8D8-322A-636CEE0D47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1679" y="3274075"/>
                <a:ext cx="0" cy="117715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4EE8F10-78CA-003B-9BF5-33DBC6641435}"/>
                  </a:ext>
                </a:extLst>
              </p:cNvPr>
              <p:cNvSpPr txBox="1"/>
              <p:nvPr/>
            </p:nvSpPr>
            <p:spPr>
              <a:xfrm>
                <a:off x="3230134" y="3799992"/>
                <a:ext cx="786655" cy="609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/>
                  <a:t>3.9</a:t>
                </a:r>
              </a:p>
              <a:p>
                <a:pPr algn="ctr"/>
                <a:r>
                  <a:rPr lang="en-US" sz="800" dirty="0"/>
                  <a:t>inches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8F80B3CC-E6B4-8EB8-B21F-6DEE0244818A}"/>
                  </a:ext>
                </a:extLst>
              </p:cNvPr>
              <p:cNvCxnSpPr>
                <a:cxnSpLocks/>
                <a:stCxn id="76" idx="3"/>
              </p:cNvCxnSpPr>
              <p:nvPr/>
            </p:nvCxnSpPr>
            <p:spPr>
              <a:xfrm flipV="1">
                <a:off x="4016789" y="4020425"/>
                <a:ext cx="673703" cy="131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CC9F4323-7A97-B56A-3A03-12F8C5359C04}"/>
                  </a:ext>
                </a:extLst>
              </p:cNvPr>
              <p:cNvCxnSpPr>
                <a:cxnSpLocks/>
                <a:stCxn id="76" idx="1"/>
              </p:cNvCxnSpPr>
              <p:nvPr/>
            </p:nvCxnSpPr>
            <p:spPr>
              <a:xfrm flipH="1" flipV="1">
                <a:off x="2758543" y="4015437"/>
                <a:ext cx="471592" cy="63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80FF312-5AB0-0BF8-77B6-FBE15620608C}"/>
                  </a:ext>
                </a:extLst>
              </p:cNvPr>
              <p:cNvSpPr txBox="1"/>
              <p:nvPr/>
            </p:nvSpPr>
            <p:spPr>
              <a:xfrm>
                <a:off x="2979121" y="1783529"/>
                <a:ext cx="1211174" cy="776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Buck Converter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FA53B29-2532-06E2-D569-B59ADBFF4971}"/>
                </a:ext>
              </a:extLst>
            </p:cNvPr>
            <p:cNvGrpSpPr/>
            <p:nvPr/>
          </p:nvGrpSpPr>
          <p:grpSpPr>
            <a:xfrm>
              <a:off x="5162529" y="1624505"/>
              <a:ext cx="1337636" cy="1561148"/>
              <a:chOff x="2713347" y="1639251"/>
              <a:chExt cx="1977145" cy="2811978"/>
            </a:xfrm>
          </p:grpSpPr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BDECC25E-BF60-9919-60D0-222E45D1449E}"/>
                  </a:ext>
                </a:extLst>
              </p:cNvPr>
              <p:cNvSpPr/>
              <p:nvPr/>
            </p:nvSpPr>
            <p:spPr>
              <a:xfrm>
                <a:off x="2713347" y="1639251"/>
                <a:ext cx="1946699" cy="2785194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9543A56-B1A8-9574-D403-775566A26700}"/>
                  </a:ext>
                </a:extLst>
              </p:cNvPr>
              <p:cNvSpPr txBox="1"/>
              <p:nvPr/>
            </p:nvSpPr>
            <p:spPr>
              <a:xfrm>
                <a:off x="3783161" y="2772944"/>
                <a:ext cx="877034" cy="609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/>
                  <a:t>5.3</a:t>
                </a:r>
              </a:p>
              <a:p>
                <a:pPr algn="ctr"/>
                <a:r>
                  <a:rPr lang="en-US" sz="800" dirty="0"/>
                  <a:t>inches</a:t>
                </a:r>
              </a:p>
            </p:txBody>
          </p: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FD1B1165-DDD9-5461-7568-BBB895FC6C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27052" y="1666035"/>
                <a:ext cx="0" cy="11518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ED5C73DB-F126-5AA8-1861-55B516E520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1679" y="3274075"/>
                <a:ext cx="0" cy="117715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A66A834-D306-AD73-8006-FAE57269D4B8}"/>
                  </a:ext>
                </a:extLst>
              </p:cNvPr>
              <p:cNvSpPr txBox="1"/>
              <p:nvPr/>
            </p:nvSpPr>
            <p:spPr>
              <a:xfrm>
                <a:off x="3230134" y="3799992"/>
                <a:ext cx="786655" cy="609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/>
                  <a:t>3.9</a:t>
                </a:r>
              </a:p>
              <a:p>
                <a:pPr algn="ctr"/>
                <a:r>
                  <a:rPr lang="en-US" sz="800" dirty="0"/>
                  <a:t>inches</a:t>
                </a:r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9C631739-629D-E541-7A26-5E3494C1D798}"/>
                  </a:ext>
                </a:extLst>
              </p:cNvPr>
              <p:cNvCxnSpPr>
                <a:cxnSpLocks/>
                <a:stCxn id="90" idx="3"/>
              </p:cNvCxnSpPr>
              <p:nvPr/>
            </p:nvCxnSpPr>
            <p:spPr>
              <a:xfrm flipV="1">
                <a:off x="4016789" y="4020425"/>
                <a:ext cx="673703" cy="131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4E064938-E3E1-E481-3861-7166067F2493}"/>
                  </a:ext>
                </a:extLst>
              </p:cNvPr>
              <p:cNvCxnSpPr>
                <a:cxnSpLocks/>
                <a:stCxn id="90" idx="1"/>
              </p:cNvCxnSpPr>
              <p:nvPr/>
            </p:nvCxnSpPr>
            <p:spPr>
              <a:xfrm flipH="1" flipV="1">
                <a:off x="2758543" y="4015437"/>
                <a:ext cx="471592" cy="63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FEEDD5E-17D7-E8D0-7C65-DF16101D3102}"/>
                  </a:ext>
                </a:extLst>
              </p:cNvPr>
              <p:cNvSpPr txBox="1"/>
              <p:nvPr/>
            </p:nvSpPr>
            <p:spPr>
              <a:xfrm>
                <a:off x="2979121" y="1783529"/>
                <a:ext cx="1211174" cy="776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Buck Converter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9F004F23-B814-5A37-D518-5F01DB08C122}"/>
                </a:ext>
              </a:extLst>
            </p:cNvPr>
            <p:cNvGrpSpPr/>
            <p:nvPr/>
          </p:nvGrpSpPr>
          <p:grpSpPr>
            <a:xfrm>
              <a:off x="7879367" y="1617070"/>
              <a:ext cx="1337636" cy="1561148"/>
              <a:chOff x="2713347" y="1639251"/>
              <a:chExt cx="1977145" cy="2811978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736837C5-6897-EC32-E628-1E28681FCB22}"/>
                  </a:ext>
                </a:extLst>
              </p:cNvPr>
              <p:cNvSpPr/>
              <p:nvPr/>
            </p:nvSpPr>
            <p:spPr>
              <a:xfrm>
                <a:off x="2713347" y="1639251"/>
                <a:ext cx="1946699" cy="2785194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405A055-45F0-9AB7-15AA-A8CFFDBE552E}"/>
                  </a:ext>
                </a:extLst>
              </p:cNvPr>
              <p:cNvSpPr txBox="1"/>
              <p:nvPr/>
            </p:nvSpPr>
            <p:spPr>
              <a:xfrm>
                <a:off x="3783161" y="2772944"/>
                <a:ext cx="877034" cy="609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/>
                  <a:t>5.3</a:t>
                </a:r>
              </a:p>
              <a:p>
                <a:pPr algn="ctr"/>
                <a:r>
                  <a:rPr lang="en-US" sz="800" dirty="0"/>
                  <a:t>inches</a:t>
                </a:r>
              </a:p>
            </p:txBody>
          </p: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60AC8D24-B2E6-124A-1551-143DAF104F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27052" y="1666035"/>
                <a:ext cx="0" cy="11518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1DD02058-3D1B-E6CE-9A55-CFF39A4BCF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1679" y="3274075"/>
                <a:ext cx="0" cy="117715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8E1FFF24-0FD5-9669-60E7-FFBC81BA0B8B}"/>
                  </a:ext>
                </a:extLst>
              </p:cNvPr>
              <p:cNvSpPr txBox="1"/>
              <p:nvPr/>
            </p:nvSpPr>
            <p:spPr>
              <a:xfrm>
                <a:off x="3230134" y="3799992"/>
                <a:ext cx="786655" cy="609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/>
                  <a:t>3.9</a:t>
                </a:r>
              </a:p>
              <a:p>
                <a:pPr algn="ctr"/>
                <a:r>
                  <a:rPr lang="en-US" sz="800" dirty="0"/>
                  <a:t>inches</a:t>
                </a:r>
              </a:p>
            </p:txBody>
          </p: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B23F9051-C3FA-629C-21B4-E7045B2E615E}"/>
                  </a:ext>
                </a:extLst>
              </p:cNvPr>
              <p:cNvCxnSpPr>
                <a:cxnSpLocks/>
                <a:stCxn id="99" idx="3"/>
              </p:cNvCxnSpPr>
              <p:nvPr/>
            </p:nvCxnSpPr>
            <p:spPr>
              <a:xfrm flipV="1">
                <a:off x="4016789" y="4020425"/>
                <a:ext cx="673703" cy="131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C833A253-4978-D1E8-085E-1DB7C22DDECF}"/>
                  </a:ext>
                </a:extLst>
              </p:cNvPr>
              <p:cNvCxnSpPr>
                <a:cxnSpLocks/>
                <a:stCxn id="99" idx="1"/>
              </p:cNvCxnSpPr>
              <p:nvPr/>
            </p:nvCxnSpPr>
            <p:spPr>
              <a:xfrm flipH="1" flipV="1">
                <a:off x="2758543" y="4015437"/>
                <a:ext cx="471592" cy="63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402E0DB-D6E5-CA93-C292-11AA17A2423D}"/>
                  </a:ext>
                </a:extLst>
              </p:cNvPr>
              <p:cNvSpPr txBox="1"/>
              <p:nvPr/>
            </p:nvSpPr>
            <p:spPr>
              <a:xfrm>
                <a:off x="2979121" y="1783529"/>
                <a:ext cx="1211174" cy="776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Buck Converter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8790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62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Tukpah</dc:creator>
  <cp:lastModifiedBy>James Tukpah</cp:lastModifiedBy>
  <cp:revision>3</cp:revision>
  <dcterms:created xsi:type="dcterms:W3CDTF">2025-04-09T17:12:33Z</dcterms:created>
  <dcterms:modified xsi:type="dcterms:W3CDTF">2025-06-17T22:37:37Z</dcterms:modified>
</cp:coreProperties>
</file>